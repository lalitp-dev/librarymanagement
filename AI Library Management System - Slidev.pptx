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</p:sldIdLst>
  <p:notesMasterIdLst>
    <p:notesMasterId r:id="rId17"/>
  </p:notesMasterIdLst>
  <p:sldSz cx="9334500" cy="5257800"/>
  <p:notesSz cx="5257800" cy="93345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notesMaster" Target="notesMasters/notesMaster1.xml"/><Relationship Id="rId18" Type="http://schemas.openxmlformats.org/officeDocument/2006/relationships/presProps" Target="presProps.xml"/><Relationship Id="rId19" Type="http://schemas.openxmlformats.org/officeDocument/2006/relationships/viewProps" Target="viewProps.xml"/><Relationship Id="rId20" Type="http://schemas.openxmlformats.org/officeDocument/2006/relationships/theme" Target="theme/theme1.xml"/><Relationship Id="rId2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3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4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Slide-5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Slide-6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Slide-7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Slide-8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Slide-9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0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2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3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4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5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15</Slides>
  <Notes>15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1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</vt:vector>
  </TitlesOfParts>
  <Company>Created using Slidev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AI Library Management System - Slidev</dc:title>
  <dc:subject>&lt;h2&gt;AI Library Management System&lt;/h2&gt;
&lt;p&gt;System Architecture and Features.&lt;/p&gt;
</dc:subject>
  <dc:creator>PptxGenJS</dc:creator>
  <cp:lastModifiedBy>PptxGenJS</cp:lastModifiedBy>
  <cp:revision>1</cp:revision>
  <dcterms:created xsi:type="dcterms:W3CDTF">2026-04-10T14:35:12Z</dcterms:created>
  <dcterms:modified xsi:type="dcterms:W3CDTF">2026-04-10T14:35:12Z</dcterms:modified>
</cp:coreProperties>
</file>